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  <p:sldMasterId id="2147483650" r:id="rId5"/>
  </p:sldMasterIdLst>
  <p:notesMasterIdLst>
    <p:notesMasterId r:id="rId17"/>
  </p:notesMasterIdLst>
  <p:handoutMasterIdLst>
    <p:handoutMasterId r:id="rId18"/>
  </p:handoutMasterIdLst>
  <p:sldIdLst>
    <p:sldId id="442" r:id="rId6"/>
    <p:sldId id="443" r:id="rId7"/>
    <p:sldId id="444" r:id="rId8"/>
    <p:sldId id="445" r:id="rId9"/>
    <p:sldId id="446" r:id="rId10"/>
    <p:sldId id="447" r:id="rId11"/>
    <p:sldId id="448" r:id="rId12"/>
    <p:sldId id="449" r:id="rId13"/>
    <p:sldId id="450" r:id="rId14"/>
    <p:sldId id="451" r:id="rId15"/>
    <p:sldId id="45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ACFC"/>
    <a:srgbClr val="09090C"/>
    <a:srgbClr val="FFFFFF"/>
    <a:srgbClr val="000000"/>
    <a:srgbClr val="9B8C69"/>
    <a:srgbClr val="79958B"/>
    <a:srgbClr val="476262"/>
    <a:srgbClr val="272D2B"/>
    <a:srgbClr val="647E6B"/>
    <a:srgbClr val="A2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BDD423-1B5F-4904-B542-994ADEB5319F}" v="197" dt="2026-02-02T10:25:54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8" autoAdjust="0"/>
    <p:restoredTop sz="94660"/>
  </p:normalViewPr>
  <p:slideViewPr>
    <p:cSldViewPr snapToGrid="0">
      <p:cViewPr>
        <p:scale>
          <a:sx n="100" d="100"/>
          <a:sy n="100" d="100"/>
        </p:scale>
        <p:origin x="77" y="29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90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B6240-78DA-093E-542D-EA8232A52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1978-CD08-4DE4-0B35-D8E00EB98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042AC-E7EB-4533-80AB-C3850196CED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3651-3489-31BD-ED31-0609855FB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A6A1-1395-B89B-42E0-2208966D9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1E2F7-14E3-4821-A409-B7BC1E27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62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63BC9-3C98-4AB2-8802-02853E289FB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E5B5A-C175-4C17-879C-A25F50F47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922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20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57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572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995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2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66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2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78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52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02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104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35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7733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002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492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623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72F7A5-01BF-4366-9757-1F523CD5236A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54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6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purple light&#10;&#10;AI-generated content may be incorrect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2309C-B050-4356-96E7-0276C1563BD7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00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FF4B2E-F868-48E9-9355-A1AA601AAA8B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1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EA85A9-CA9F-4339-89EF-28F09ED3FE86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42595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904F51-6E72-42BA-AFA1-975939F2ADF3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02621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fld id="{096358FC-80A5-41A4-8D07-88F12E18DF82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02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ink and purple light&#10;&#10;AI-generated content may be incorrect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39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7234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034B68-E20D-4A56-8B99-0EF3081FA97A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01589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966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C06331-6E41-42DD-926E-C670E485C89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6498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B0CD9-4253-4E22-9BCD-0DF67297DF8E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987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4968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6255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2899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2/2/2026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0D2F5B-FA0B-4BE5-A43F-B1BC737359C6}" type="datetime1">
              <a:rPr lang="en-US" smtClean="0"/>
              <a:t>2/2/2026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9711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817FD-3A47-446D-9853-4CD5CA57130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71343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2/2/2026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2/2/2026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2/2/2026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085382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2/2/2026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01644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/>
          <a:lstStyle/>
          <a:p>
            <a:fld id="{CDFDD458-C945-484A-9891-FE9FDA97486D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17433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/>
          <a:lstStyle/>
          <a:p>
            <a:fld id="{94725937-D428-4BAE-A05C-202DA13E49D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9260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/>
          <a:lstStyle/>
          <a:p>
            <a:fld id="{709FB1D6-B85F-447E-8712-A80ECD75AAB1}" type="datetime1">
              <a:rPr lang="en-US" smtClean="0"/>
              <a:t>2/2/2026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71676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60BA8B-5FF3-49A6-9895-94F61A8CE576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anchor="b"/>
          <a:lstStyle>
            <a:lvl1pPr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76713999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DFA7E-E414-422B-ACFF-8C3D6A1A67FB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9760101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purple light&#10;&#10;AI-generated content may be incorrect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68620-47AE-4F32-A04B-1342501F877C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3627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A8EBD6-625B-484B-BC25-3573CF53D40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7941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6026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CC6FE3-E805-41B1-96EC-B0B83218C881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5706724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light on a black background&#10;&#10;AI-generated content may be incorrect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BB5726-A743-47D1-86E4-46BB349D0446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9693105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F47579-571B-45A3-BDCA-E2964689F659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7589232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6E2CA6-CB6A-465C-BAA7-384FD497485D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307385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95C13-5B9F-4AD1-A2E2-FB0B577AF6CA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98671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89146-EED2-4B95-95A3-EC3C7CBF180D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753067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43.xml"/><Relationship Id="rId39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38.xml"/><Relationship Id="rId34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64.xml"/><Relationship Id="rId50" Type="http://schemas.openxmlformats.org/officeDocument/2006/relationships/slideLayout" Target="../slideLayouts/slideLayout67.xml"/><Relationship Id="rId55" Type="http://schemas.openxmlformats.org/officeDocument/2006/relationships/slideLayout" Target="../slideLayouts/slideLayout72.xml"/><Relationship Id="rId6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54.xml"/><Relationship Id="rId40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62.xml"/><Relationship Id="rId53" Type="http://schemas.openxmlformats.org/officeDocument/2006/relationships/slideLayout" Target="../slideLayouts/slideLayout70.xml"/><Relationship Id="rId58" Type="http://schemas.openxmlformats.org/officeDocument/2006/relationships/slideLayout" Target="../slideLayouts/slideLayout75.xml"/><Relationship Id="rId5" Type="http://schemas.openxmlformats.org/officeDocument/2006/relationships/slideLayout" Target="../slideLayouts/slideLayout22.xml"/><Relationship Id="rId61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52.xml"/><Relationship Id="rId43" Type="http://schemas.openxmlformats.org/officeDocument/2006/relationships/slideLayout" Target="../slideLayouts/slideLayout60.xml"/><Relationship Id="rId48" Type="http://schemas.openxmlformats.org/officeDocument/2006/relationships/slideLayout" Target="../slideLayouts/slideLayout65.xml"/><Relationship Id="rId56" Type="http://schemas.openxmlformats.org/officeDocument/2006/relationships/slideLayout" Target="../slideLayouts/slideLayout73.xml"/><Relationship Id="rId64" Type="http://schemas.openxmlformats.org/officeDocument/2006/relationships/theme" Target="../theme/theme2.xml"/><Relationship Id="rId8" Type="http://schemas.openxmlformats.org/officeDocument/2006/relationships/slideLayout" Target="../slideLayouts/slideLayout25.xml"/><Relationship Id="rId51" Type="http://schemas.openxmlformats.org/officeDocument/2006/relationships/slideLayout" Target="../slideLayouts/slideLayout68.xml"/><Relationship Id="rId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55.xml"/><Relationship Id="rId46" Type="http://schemas.openxmlformats.org/officeDocument/2006/relationships/slideLayout" Target="../slideLayouts/slideLayout63.xml"/><Relationship Id="rId59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37.xml"/><Relationship Id="rId41" Type="http://schemas.openxmlformats.org/officeDocument/2006/relationships/slideLayout" Target="../slideLayouts/slideLayout58.xml"/><Relationship Id="rId54" Type="http://schemas.openxmlformats.org/officeDocument/2006/relationships/slideLayout" Target="../slideLayouts/slideLayout71.xml"/><Relationship Id="rId6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45.xml"/><Relationship Id="rId36" Type="http://schemas.openxmlformats.org/officeDocument/2006/relationships/slideLayout" Target="../slideLayouts/slideLayout53.xml"/><Relationship Id="rId49" Type="http://schemas.openxmlformats.org/officeDocument/2006/relationships/slideLayout" Target="../slideLayouts/slideLayout66.xml"/><Relationship Id="rId57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27.xml"/><Relationship Id="rId31" Type="http://schemas.openxmlformats.org/officeDocument/2006/relationships/slideLayout" Target="../slideLayouts/slideLayout48.xml"/><Relationship Id="rId44" Type="http://schemas.openxmlformats.org/officeDocument/2006/relationships/slideLayout" Target="../slideLayouts/slideLayout61.xml"/><Relationship Id="rId52" Type="http://schemas.openxmlformats.org/officeDocument/2006/relationships/slideLayout" Target="../slideLayouts/slideLayout69.xml"/><Relationship Id="rId6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9660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657" r:id="rId4"/>
    <p:sldLayoutId id="2147483744" r:id="rId5"/>
    <p:sldLayoutId id="2147483658" r:id="rId6"/>
    <p:sldLayoutId id="2147483732" r:id="rId7"/>
    <p:sldLayoutId id="2147483741" r:id="rId8"/>
    <p:sldLayoutId id="2147483760" r:id="rId9"/>
    <p:sldLayoutId id="2147483745" r:id="rId10"/>
    <p:sldLayoutId id="2147483654" r:id="rId11"/>
    <p:sldLayoutId id="2147483759" r:id="rId12"/>
    <p:sldLayoutId id="2147483707" r:id="rId13"/>
    <p:sldLayoutId id="2147483659" r:id="rId14"/>
    <p:sldLayoutId id="2147483764" r:id="rId15"/>
    <p:sldLayoutId id="2147483660" r:id="rId16"/>
    <p:sldLayoutId id="2147483765" r:id="rId17"/>
    <p:sldLayoutId id="2147483661" r:id="rId18"/>
    <p:sldLayoutId id="2147483662" r:id="rId19"/>
    <p:sldLayoutId id="2147483742" r:id="rId20"/>
    <p:sldLayoutId id="2147483746" r:id="rId21"/>
    <p:sldLayoutId id="2147483664" r:id="rId22"/>
    <p:sldLayoutId id="2147483663" r:id="rId23"/>
    <p:sldLayoutId id="2147483743" r:id="rId24"/>
    <p:sldLayoutId id="2147483666" r:id="rId25"/>
    <p:sldLayoutId id="2147483769" r:id="rId26"/>
    <p:sldLayoutId id="2147483676" r:id="rId27"/>
    <p:sldLayoutId id="2147483758" r:id="rId28"/>
    <p:sldLayoutId id="2147483680" r:id="rId29"/>
    <p:sldLayoutId id="2147483734" r:id="rId30"/>
    <p:sldLayoutId id="2147483671" r:id="rId31"/>
    <p:sldLayoutId id="2147483751" r:id="rId32"/>
    <p:sldLayoutId id="2147483675" r:id="rId33"/>
    <p:sldLayoutId id="2147483703" r:id="rId34"/>
    <p:sldLayoutId id="2147483752" r:id="rId35"/>
    <p:sldLayoutId id="2147483737" r:id="rId36"/>
    <p:sldLayoutId id="2147483753" r:id="rId37"/>
    <p:sldLayoutId id="2147483674" r:id="rId38"/>
    <p:sldLayoutId id="2147483702" r:id="rId39"/>
    <p:sldLayoutId id="2147483670" r:id="rId40"/>
    <p:sldLayoutId id="2147483735" r:id="rId41"/>
    <p:sldLayoutId id="2147483669" r:id="rId42"/>
    <p:sldLayoutId id="2147483682" r:id="rId43"/>
    <p:sldLayoutId id="2147483719" r:id="rId44"/>
    <p:sldLayoutId id="2147483686" r:id="rId45"/>
    <p:sldLayoutId id="2147483720" r:id="rId46"/>
    <p:sldLayoutId id="2147483768" r:id="rId47"/>
    <p:sldLayoutId id="2147483710" r:id="rId48"/>
    <p:sldLayoutId id="2147483729" r:id="rId49"/>
    <p:sldLayoutId id="2147483730" r:id="rId50"/>
    <p:sldLayoutId id="2147483713" r:id="rId51"/>
    <p:sldLayoutId id="2147483693" r:id="rId52"/>
    <p:sldLayoutId id="2147483690" r:id="rId53"/>
    <p:sldLayoutId id="2147483726" r:id="rId54"/>
    <p:sldLayoutId id="2147483691" r:id="rId55"/>
    <p:sldLayoutId id="2147483694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7416" userDrawn="1">
          <p15:clr>
            <a:srgbClr val="F26B43"/>
          </p15:clr>
        </p15:guide>
        <p15:guide id="12" pos="4632" userDrawn="1">
          <p15:clr>
            <a:srgbClr val="F26B43"/>
          </p15:clr>
        </p15:guide>
        <p15:guide id="13" pos="5544" userDrawn="1">
          <p15:clr>
            <a:srgbClr val="F26B43"/>
          </p15:clr>
        </p15:guide>
        <p15:guide id="26" pos="2784" userDrawn="1">
          <p15:clr>
            <a:srgbClr val="F26B43"/>
          </p15:clr>
        </p15:guide>
        <p15:guide id="27" pos="3048" userDrawn="1">
          <p15:clr>
            <a:srgbClr val="F26B43"/>
          </p15:clr>
        </p15:guide>
        <p15:guide id="29" pos="3960" userDrawn="1">
          <p15:clr>
            <a:srgbClr val="F26B43"/>
          </p15:clr>
        </p15:guide>
        <p15:guide id="30" pos="1176" userDrawn="1">
          <p15:clr>
            <a:srgbClr val="F26B43"/>
          </p15:clr>
        </p15:guide>
        <p15:guide id="31" pos="912" userDrawn="1">
          <p15:clr>
            <a:srgbClr val="F26B43"/>
          </p15:clr>
        </p15:guide>
        <p15:guide id="32" pos="3696" userDrawn="1">
          <p15:clr>
            <a:srgbClr val="F26B43"/>
          </p15:clr>
        </p15:guide>
        <p15:guide id="33" pos="1848" userDrawn="1">
          <p15:clr>
            <a:srgbClr val="F26B43"/>
          </p15:clr>
        </p15:guide>
        <p15:guide id="34" pos="2112" userDrawn="1">
          <p15:clr>
            <a:srgbClr val="F26B43"/>
          </p15:clr>
        </p15:guide>
        <p15:guide id="36" pos="6528" userDrawn="1">
          <p15:clr>
            <a:srgbClr val="F26B43"/>
          </p15:clr>
        </p15:guide>
        <p15:guide id="37" pos="6744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EA4D2C-4D5C-AC28-D8CC-859AFF9DB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3996" y="1210961"/>
            <a:ext cx="5570838" cy="1015315"/>
          </a:xfrm>
        </p:spPr>
        <p:txBody>
          <a:bodyPr>
            <a:normAutofit fontScale="90000"/>
          </a:bodyPr>
          <a:lstStyle/>
          <a:p>
            <a:r>
              <a:rPr lang="en-US" dirty="0"/>
              <a:t>Presentation </a:t>
            </a:r>
            <a:br>
              <a:rPr lang="en-US" dirty="0"/>
            </a:b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B102265-8990-D1BC-A9F2-66CA9D922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0428" y="3713023"/>
            <a:ext cx="4248665" cy="3615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Powered BY</a:t>
            </a:r>
            <a:r>
              <a:rPr lang="en-US" sz="2200" dirty="0">
                <a:solidFill>
                  <a:schemeClr val="tx1"/>
                </a:solidFill>
              </a:rPr>
              <a:t> R TECH SOLUTIONS</a:t>
            </a:r>
            <a:r>
              <a:rPr lang="en-US" dirty="0"/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B08A50-B338-8474-4459-1A37B1AE0357}"/>
              </a:ext>
            </a:extLst>
          </p:cNvPr>
          <p:cNvSpPr txBox="1"/>
          <p:nvPr/>
        </p:nvSpPr>
        <p:spPr>
          <a:xfrm>
            <a:off x="1493109" y="1215081"/>
            <a:ext cx="8598243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800" b="1" dirty="0">
                <a:solidFill>
                  <a:schemeClr val="accent1">
                    <a:lumMod val="90000"/>
                    <a:lumOff val="10000"/>
                  </a:schemeClr>
                </a:solidFill>
                <a:latin typeface="Inter"/>
                <a:ea typeface="Inter"/>
                <a:cs typeface="Inter"/>
              </a:rPr>
              <a:t>BUILDATHON</a:t>
            </a:r>
            <a:br>
              <a:rPr lang="en-US" sz="8800" b="1" dirty="0">
                <a:latin typeface="Inter"/>
                <a:ea typeface="Inter"/>
                <a:cs typeface="Inter"/>
              </a:rPr>
            </a:br>
            <a:r>
              <a:rPr lang="en-US" sz="8800" b="1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2026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DEF45-82CB-A1AD-BC57-DBBDD0C3910A}"/>
              </a:ext>
            </a:extLst>
          </p:cNvPr>
          <p:cNvSpPr txBox="1"/>
          <p:nvPr/>
        </p:nvSpPr>
        <p:spPr>
          <a:xfrm>
            <a:off x="3995351" y="4551405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Max slides: 12 MAX</a:t>
            </a:r>
            <a:endParaRPr lang="en-US" b="1" dirty="0"/>
          </a:p>
          <a:p>
            <a:pPr marL="228600" indent="-228600">
              <a:buFont typeface=""/>
              <a:buChar char="•"/>
            </a:pPr>
            <a:r>
              <a:rPr lang="en-US" dirty="0"/>
              <a:t>Format: </a:t>
            </a:r>
            <a:r>
              <a:rPr lang="en-US" b="1" dirty="0"/>
              <a:t>PPT / PPTX / PDF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File name:</a:t>
            </a:r>
            <a:br>
              <a:rPr lang="en-US" dirty="0"/>
            </a:br>
            <a:r>
              <a:rPr lang="en-US" dirty="0"/>
              <a:t>TeamName_PPT.pdf</a:t>
            </a:r>
          </a:p>
          <a:p>
            <a:pPr algn="ctr"/>
            <a:endParaRPr lang="en-US"/>
          </a:p>
        </p:txBody>
      </p:sp>
      <p:pic>
        <p:nvPicPr>
          <p:cNvPr id="4" name="Picture 3" descr="A logo for a company&#10;&#10;AI-generated content may be incorrect.">
            <a:extLst>
              <a:ext uri="{FF2B5EF4-FFF2-40B4-BE49-F238E27FC236}">
                <a16:creationId xmlns:a16="http://schemas.microsoft.com/office/drawing/2014/main" id="{CFF8B0BE-8A53-95D6-D72E-00FADA156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5061" y="4116345"/>
            <a:ext cx="3351771" cy="3300284"/>
          </a:xfrm>
          <a:prstGeom prst="rect">
            <a:avLst/>
          </a:prstGeom>
        </p:spPr>
      </p:pic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831BC437-7C17-B0B2-3786-C1900B74B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783" y="4077729"/>
            <a:ext cx="3748217" cy="374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4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62EE-11DD-A034-A886-1865F5918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428" y="213954"/>
            <a:ext cx="8534400" cy="1507067"/>
          </a:xfrm>
        </p:spPr>
        <p:txBody>
          <a:bodyPr>
            <a:normAutofit/>
          </a:bodyPr>
          <a:lstStyle/>
          <a:p>
            <a:r>
              <a:rPr lang="en-US" sz="6000" dirty="0"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3DA76-7CD1-C039-A814-F1B994189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854"/>
            <a:ext cx="8534400" cy="3615267"/>
          </a:xfrm>
        </p:spPr>
        <p:txBody>
          <a:bodyPr/>
          <a:lstStyle/>
          <a:p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Project Title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Team Name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Domain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College Name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170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D049-0764-2CC1-5AAC-A9A90F387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5EC9-FEF6-5031-7448-0BE32D44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509" y="872981"/>
            <a:ext cx="8534400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000" dirty="0"/>
              <a:t>Problem Statement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1F76E-03C8-A30C-F8A3-09E6ADB2F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854"/>
            <a:ext cx="8534400" cy="3615267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What problem?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Who faces it?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Why it matters?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25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3DCDA-9022-98F7-C79A-11AB0EA3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ACA3-768B-C1EB-CD09-21E6C75D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563" y="213954"/>
            <a:ext cx="1061445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000" dirty="0">
                <a:ea typeface="+mj-lt"/>
                <a:cs typeface="+mj-lt"/>
              </a:rPr>
              <a:t>Existing Solutions and Gap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617E8-A29D-A1D9-AE4F-54A89351C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854"/>
            <a:ext cx="8534400" cy="3615267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Current solutions in the market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Limitations of existing solutions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Gap your idea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13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4520F-4B58-339F-9E7C-F65FBDDD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44C3-D2BA-C05E-E595-A96ACF1FD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563" y="213954"/>
            <a:ext cx="1061445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000" dirty="0">
                <a:ea typeface="+mj-lt"/>
                <a:cs typeface="+mj-lt"/>
              </a:rPr>
              <a:t>Proposed 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19818-0075-DCA2-102E-4FF4F8B77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854"/>
            <a:ext cx="8534400" cy="3615267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What the solution does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How it addresses the problem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High-level working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075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D14E-A6F9-2B2C-74FB-F8029101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0693-ED99-F1F2-F151-DE70F6CB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563" y="213954"/>
            <a:ext cx="1061445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000" dirty="0">
                <a:ea typeface="+mj-lt"/>
                <a:cs typeface="+mj-lt"/>
              </a:rPr>
              <a:t> System Architecture /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7EDAD-6900-57BB-95DB-DA08F56E9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854"/>
            <a:ext cx="8534400" cy="3615267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Application or system flow diagram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Input → Process → Output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High-level architecture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29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F49B-1F98-DC65-ACC5-40F8F9D1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8F16-FA0A-87CA-B203-E10038A5F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563" y="213954"/>
            <a:ext cx="1061445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000" dirty="0">
                <a:ea typeface="+mj-lt"/>
                <a:cs typeface="+mj-lt"/>
              </a:rPr>
              <a:t>Technology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60AFC-4C84-4170-B6A1-13FA8F808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854"/>
            <a:ext cx="8534400" cy="3615267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Frontend</a:t>
            </a: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Backend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Database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AI/ML tools if used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0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F5509-FF8D-C55D-1C3C-16260156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89314-6BB1-2B95-DF1F-AA9C695C6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563" y="213954"/>
            <a:ext cx="1061445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000" dirty="0">
                <a:ea typeface="+mj-lt"/>
                <a:cs typeface="+mj-lt"/>
              </a:rPr>
              <a:t>AI Integration (If Any)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1A117-69E6-6D17-4B2E-2E7CFACD9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854"/>
            <a:ext cx="8534400" cy="3615267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Whether AI is used or planned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Purpose of AI (prediction, classification, recommendation, automation)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If no AI: Rule-based or logic-driven approach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226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433E4-7528-C0D7-A19D-0326416A8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522A-6A4B-D266-E85A-FBD0DB735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563" y="213954"/>
            <a:ext cx="1061445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000" dirty="0">
                <a:ea typeface="+mj-lt"/>
                <a:cs typeface="+mj-lt"/>
              </a:rPr>
              <a:t>Expected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1516C-60FB-279A-F22E-9C0C14266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854"/>
            <a:ext cx="8534400" cy="3615267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Who will benefit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Measurable impact such as time saved, cost reduced, efficiency improved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22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738E-015C-AC05-B613-F63FC85D0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3AA8-9D68-159E-F887-B08DB130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563" y="213954"/>
            <a:ext cx="1061445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000" dirty="0">
                <a:ea typeface="+mj-lt"/>
                <a:cs typeface="+mj-lt"/>
              </a:rPr>
              <a:t>Feasibility and Implementation 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25A9A-89DE-7BCF-0A6C-8BE959C15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854"/>
            <a:ext cx="8534400" cy="3615267"/>
          </a:xfrm>
        </p:spPr>
        <p:txBody>
          <a:bodyPr/>
          <a:lstStyle/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How the project can be built within hackathon time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Key implementation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27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6B4D4-B0DE-46D3-818A-EE2CFE55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8671-5678-4284-29BD-E3A64EEBA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23" y="213954"/>
            <a:ext cx="10614454" cy="150706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5000" dirty="0">
                <a:ea typeface="+mj-lt"/>
                <a:cs typeface="+mj-lt"/>
              </a:rPr>
              <a:t>Team Details and Declaration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F47E2-E141-461B-6B84-4C16C0DDD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854"/>
            <a:ext cx="8534400" cy="3615267"/>
          </a:xfrm>
        </p:spPr>
        <p:txBody>
          <a:bodyPr>
            <a:normAutofit lnSpcReduction="10000"/>
          </a:bodyPr>
          <a:lstStyle/>
          <a:p>
            <a:pPr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>
                <a:ea typeface="+mn-lt"/>
                <a:cs typeface="+mn-lt"/>
              </a:rPr>
              <a:t>Team Name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 dirty="0">
                <a:ea typeface="+mn-lt"/>
                <a:cs typeface="+mn-lt"/>
              </a:rPr>
              <a:t> Team Members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>
                <a:ea typeface="+mn-lt"/>
                <a:cs typeface="+mn-lt"/>
              </a:rPr>
              <a:t> College Name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>
                <a:ea typeface="+mn-lt"/>
                <a:cs typeface="+mn-lt"/>
              </a:rPr>
              <a:t> Team Leader Email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 dirty="0">
                <a:ea typeface="+mn-lt"/>
                <a:cs typeface="+mn-lt"/>
              </a:rPr>
              <a:t> Declaration: We confirm that this idea is original and developed solely for this hackathon.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0462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_win32_Liz_v4" id="{15E0A01B-C0A0-4E33-97EB-A34D3C451DCF}" vid="{FB8E1E66-9252-4554-A1C4-ACC82554D8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  <SharedWithUsers xmlns="16c05727-aa75-4e4a-9b5f-8a80a1165891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53938E-C8DA-4DDE-A937-0EA87B476A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0BF7B2-4A2B-4CA7-8150-68B962AD6E62}">
  <ds:schemaRefs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27E2546-C5EB-442C-BCA8-1B0D17D614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</Words>
  <Application>Microsoft Office PowerPoint</Application>
  <PresentationFormat>Widescreen</PresentationFormat>
  <Paragraphs>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Slice</vt:lpstr>
      <vt:lpstr>Film burn</vt:lpstr>
      <vt:lpstr>Presentation  </vt:lpstr>
      <vt:lpstr>Title Slide</vt:lpstr>
      <vt:lpstr>Problem Statement  </vt:lpstr>
      <vt:lpstr>Existing Solutions and Gap</vt:lpstr>
      <vt:lpstr>Proposed Solution</vt:lpstr>
      <vt:lpstr> System Architecture / Workflow</vt:lpstr>
      <vt:lpstr>Technology Stack</vt:lpstr>
      <vt:lpstr>AI Integration (If Any)</vt:lpstr>
      <vt:lpstr>Expected Impact</vt:lpstr>
      <vt:lpstr>Feasibility and Implementation Plan</vt:lpstr>
      <vt:lpstr>Team Details and Declaration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2026-02-02T10:02:31Z</dcterms:created>
  <dcterms:modified xsi:type="dcterms:W3CDTF">2026-02-02T10:26:04Z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2365000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